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00cdd1-03d0-d810-d607-81d7ffadde83}">
          <p14:sldIdLst>
            <p14:sldId id="256"/>
          </p14:sldIdLst>
        </p14:section>
        <p14:section name="Summary" id="{a2bff092-b6c9-d63a-2ce1-f75459f398df}">
          <p14:sldIdLst>
            <p14:sldId id="257"/>
          </p14:sldIdLst>
        </p14:section>
        <p14:section name="Problem" id="{fff3a84f-2bb3-d431-d5d0-b2da1e2a93a9}">
          <p14:sldIdLst>
            <p14:sldId id="258"/>
            <p14:sldId id="259"/>
          </p14:sldIdLst>
        </p14:section>
        <p14:section name="Insight" id="{cf7bf143-b137-3745-d4bb-ee475fd26b78}">
          <p14:sldIdLst>
            <p14:sldId id="260"/>
          </p14:sldIdLst>
        </p14:section>
        <p14:section name="Solution" id="{f511c4db-9c90-75d1-82b4-0aa8bd5f92f4}">
          <p14:sldIdLst>
            <p14:sldId id="261"/>
          </p14:sldIdLst>
        </p14:section>
        <p14:section name="Innovation" id="{d4b225c5-a0ae-1a95-0340-2674e20c524e}">
          <p14:sldIdLst>
            <p14:sldId id="262"/>
          </p14:sldIdLst>
        </p14:section>
        <p14:section name="Product" id="{c92ef550-64c5-4d4f-9ac1-cd11875cb15d}">
          <p14:sldIdLst>
            <p14:sldId id="263"/>
            <p14:sldId id="264"/>
          </p14:sldIdLst>
        </p14:section>
        <p14:section name="Impact" id="{f62fad7b-d960-7b0a-d8dd-a8a0225de3e7}">
          <p14:sldIdLst>
            <p14:sldId id="265"/>
            <p14:sldId id="266"/>
          </p14:sldIdLst>
        </p14:section>
        <p14:section name="Path" id="{217cf98d-008f-b9dc-a200-2b1e17928549}">
          <p14:sldIdLst>
            <p14:sldId id="267"/>
            <p14:sldId id="268"/>
            <p14:sldId id="269"/>
          </p14:sldIdLst>
        </p14:section>
        <p14:section name="Team" id="{c56865b3-c7f8-84c8-e0a1-1c4c86aba63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In February 2011 the Madras High Court shut around 700 dyeing units in Tirupur, on a contempt petition from the farmers whose river they had been discharging into. Exports fell about a thousand crore in a quarter. The cluster rebuilt and now recycles 130 million litres a day, which worked, and raised operating costs 25 to 30 percent. Nobody has costed the coal. Job-loss estimates for 2011 range from 15,000 by the exporters association to 200,000 in press reporting, so do not quote a single figure - say tens of thousands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evaporator's fuel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700 units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SHUT BY COURT ORDER IN 2011</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75.0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180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34</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Ashish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180 automated tests</a:t>
            </a:r>
            <a:pPr indent="0" marL="0">
              <a:buNone/>
            </a:pPr>
            <a:r>
              <a:rPr lang="en-US" sz="1250" dirty="0">
                <a:solidFill>
                  <a:srgbClr val="B7CBD0"/>
                </a:solidFill>
              </a:rPr>
              <a:t> across 6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Ashish Mittal</dc:creator>
  <cp:lastModifiedBy>Shorya Ashish Mittal</cp:lastModifiedBy>
  <cp:revision>1</cp:revision>
  <dcterms:created xsi:type="dcterms:W3CDTF">2026-10-09T16:07:02Z</dcterms:created>
  <dcterms:modified xsi:type="dcterms:W3CDTF">2026-10-09T16:07:02Z</dcterms:modified>
</cp:coreProperties>
</file>