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87072d-af2d-2e9b-7a58-2debde40c0b1}">
          <p14:sldIdLst>
            <p14:sldId id="256"/>
          </p14:sldIdLst>
        </p14:section>
        <p14:section name="Summary" id="{ee1c9af7-0ca7-390f-7afd-9a6afc77317b}">
          <p14:sldIdLst>
            <p14:sldId id="257"/>
          </p14:sldIdLst>
        </p14:section>
        <p14:section name="Problem" id="{b2e75daa-cce1-bd61-a8b1-e6557eb00c2b}">
          <p14:sldIdLst>
            <p14:sldId id="258"/>
            <p14:sldId id="259"/>
          </p14:sldIdLst>
        </p14:section>
        <p14:section name="Insight" id="{87c50d92-2d6a-c60c-3f49-4200444ca5b3}">
          <p14:sldIdLst>
            <p14:sldId id="260"/>
          </p14:sldIdLst>
        </p14:section>
        <p14:section name="Solution" id="{bbe45c93-bed2-50dd-d353-47910b92e246}">
          <p14:sldIdLst>
            <p14:sldId id="261"/>
          </p14:sldIdLst>
        </p14:section>
        <p14:section name="Innovation" id="{307c11b0-b889-0275-83f6-8c0a8ee269fc}">
          <p14:sldIdLst>
            <p14:sldId id="262"/>
          </p14:sldIdLst>
        </p14:section>
        <p14:section name="Product" id="{b738fe0a-df8d-2eae-c952-8ce69560ed9c}">
          <p14:sldIdLst>
            <p14:sldId id="263"/>
            <p14:sldId id="264"/>
          </p14:sldIdLst>
        </p14:section>
        <p14:section name="Impact" id="{a3f1d993-d08c-645f-153d-34dab13d3e7e}">
          <p14:sldIdLst>
            <p14:sldId id="265"/>
            <p14:sldId id="266"/>
          </p14:sldIdLst>
        </p14:section>
        <p14:section name="Path" id="{6bbe99e1-b040-72b8-bd9a-72adbdcc3894}">
          <p14:sldIdLst>
            <p14:sldId id="267"/>
            <p14:sldId id="268"/>
            <p14:sldId id="269"/>
          </p14:sldIdLst>
        </p14:section>
        <p14:section name="Team" id="{9b9a7532-733f-bd0f-ea89-210998bea029}">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Tirupur recycles 130 million litres a day under a court-mandated zero-discharge regime. It worked. It also raised costs 25 to 30 percent, and when units could not comply the courts closed them: about 11 billion rupees of exports and 100,000 jobs, by the industry association's own account. Nobody has costed the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coal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100,000 jobs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LOST WHEN UNITS COULD NOT COMPLY</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398.9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140</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140 automated tests</a:t>
            </a:r>
            <a:pPr indent="0" marL="0">
              <a:buNone/>
            </a:pPr>
            <a:r>
              <a:rPr lang="en-US" sz="1250" dirty="0">
                <a:solidFill>
                  <a:srgbClr val="B7CBD0"/>
                </a:solidFill>
              </a:rPr>
              <a:t> across 4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instrument readings: steam flow to the evaporator, and reject conductivity. Everything else is already sourced from CPCB, the CEA, TNERC and pollution-board data — those two are all that separate a validated model from a measured one.</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2026-10-07T11:51:43Z</dcterms:created>
  <dcterms:modified xsi:type="dcterms:W3CDTF">2026-10-07T11:51:43Z</dcterms:modified>
</cp:coreProperties>
</file>