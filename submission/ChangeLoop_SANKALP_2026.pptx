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d1ffef-c3c1-c144-8f4a-155d8901f0a2}">
          <p14:sldIdLst>
            <p14:sldId id="256"/>
          </p14:sldIdLst>
        </p14:section>
        <p14:section name="Summary" id="{b3c8dfb6-44a8-c6ac-6980-d0632dfa2270}">
          <p14:sldIdLst>
            <p14:sldId id="257"/>
          </p14:sldIdLst>
        </p14:section>
        <p14:section name="Problem" id="{c21eb33c-a1e7-8e25-3a7f-970dd802ad4a}">
          <p14:sldIdLst>
            <p14:sldId id="258"/>
            <p14:sldId id="259"/>
          </p14:sldIdLst>
        </p14:section>
        <p14:section name="Insight" id="{1d73e585-de11-e84a-dfc4-6cdff92cec9a}">
          <p14:sldIdLst>
            <p14:sldId id="260"/>
          </p14:sldIdLst>
        </p14:section>
        <p14:section name="Solution" id="{8f5a7127-9f4a-d3ec-0f95-f5600971a242}">
          <p14:sldIdLst>
            <p14:sldId id="261"/>
          </p14:sldIdLst>
        </p14:section>
        <p14:section name="Innovation" id="{07ff8fbc-2deb-9554-bb1d-cbad5709fd13}">
          <p14:sldIdLst>
            <p14:sldId id="262"/>
          </p14:sldIdLst>
        </p14:section>
        <p14:section name="Product" id="{0e415938-1f6a-c751-5356-5b1c8f2dffda}">
          <p14:sldIdLst>
            <p14:sldId id="263"/>
            <p14:sldId id="264"/>
          </p14:sldIdLst>
        </p14:section>
        <p14:section name="Impact" id="{cd37c354-327b-d64f-57d3-bc7902840a7f}">
          <p14:sldIdLst>
            <p14:sldId id="265"/>
            <p14:sldId id="266"/>
          </p14:sldIdLst>
        </p14:section>
        <p14:section name="Path" id="{9215706b-2068-5b27-dbc1-a0f31fc3d756}">
          <p14:sldIdLst>
            <p14:sldId id="267"/>
            <p14:sldId id="268"/>
            <p14:sldId id="269"/>
          </p14:sldIdLst>
        </p14:section>
        <p14:section name="Team" id="{1dc70e39-b594-2b81-7f9a-f0a48a259e0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In February 2011 the Madras High Court shut around 700 dyeing units in Tirupur, on a contempt petition from the farmers whose river they had been discharging into. Exports fell about a thousand crore in a quarter. The cluster rebuilt and now recycles 130 million litres a day, which worked, and raised operating costs 25 to 30 percent. Nobody has costed the coal. Job-loss estimates for 2011 range from 15,000 by the exporters association to 200,000 in press reporting, so do not quote a single figure - say tens of thousands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evaporator's fuel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700 units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SHUT BY COURT ORDER IN 2011</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75.0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180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34</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180 automated tests</a:t>
            </a:r>
            <a:pPr indent="0" marL="0">
              <a:buNone/>
            </a:pPr>
            <a:r>
              <a:rPr lang="en-US" sz="1250" dirty="0">
                <a:solidFill>
                  <a:srgbClr val="B7CBD0"/>
                </a:solidFill>
              </a:rPr>
              <a:t> across 6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2026-10-09T15:55:01Z</dcterms:created>
  <dcterms:modified xsi:type="dcterms:W3CDTF">2026-10-09T15:55:01Z</dcterms:modified>
</cp:coreProperties>
</file>